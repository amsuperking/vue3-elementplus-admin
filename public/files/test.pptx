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9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DF59D-A38A-4337-84E1-34DBEFEA8D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幻灯片一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092D3A-0AC8-4F7C-BE96-30D9E402A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作者</a:t>
            </a:r>
          </a:p>
        </p:txBody>
      </p:sp>
    </p:spTree>
    <p:extLst>
      <p:ext uri="{BB962C8B-B14F-4D97-AF65-F5344CB8AC3E}">
        <p14:creationId xmlns:p14="http://schemas.microsoft.com/office/powerpoint/2010/main" val="3160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5FE17-000C-4A18-9AF6-DD6939F6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B14A2-1EE6-4A95-9502-77EF2374D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226840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55DB8-FD71-4826-A9C6-155CD12E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85789E-BE49-4540-9099-F863866B8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内容信息</a:t>
            </a:r>
          </a:p>
        </p:txBody>
      </p:sp>
    </p:spTree>
    <p:extLst>
      <p:ext uri="{BB962C8B-B14F-4D97-AF65-F5344CB8AC3E}">
        <p14:creationId xmlns:p14="http://schemas.microsoft.com/office/powerpoint/2010/main" val="102631408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宽屏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WPS</vt:lpstr>
      <vt:lpstr>幻灯片一</vt:lpstr>
      <vt:lpstr>标题</vt:lpstr>
      <vt:lpstr>第三页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幻灯片一</dc:title>
  <dc:creator>Administrator</dc:creator>
  <cp:lastModifiedBy>King Wang</cp:lastModifiedBy>
  <cp:revision>3</cp:revision>
  <dcterms:created xsi:type="dcterms:W3CDTF">2023-08-09T12:44:55Z</dcterms:created>
  <dcterms:modified xsi:type="dcterms:W3CDTF">2026-06-16T03:18:46Z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